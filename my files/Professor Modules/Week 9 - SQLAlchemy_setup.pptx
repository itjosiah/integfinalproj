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61" r:id="rId4"/>
    <p:sldId id="259" r:id="rId5"/>
    <p:sldId id="264" r:id="rId6"/>
    <p:sldId id="263" r:id="rId7"/>
    <p:sldId id="260" r:id="rId8"/>
    <p:sldId id="268" r:id="rId9"/>
    <p:sldId id="277" r:id="rId10"/>
    <p:sldId id="275" r:id="rId11"/>
    <p:sldId id="278" r:id="rId12"/>
    <p:sldId id="279" r:id="rId13"/>
    <p:sldId id="280" r:id="rId14"/>
    <p:sldId id="282" r:id="rId15"/>
    <p:sldId id="281" r:id="rId16"/>
    <p:sldId id="28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8325" autoAdjust="0"/>
  </p:normalViewPr>
  <p:slideViewPr>
    <p:cSldViewPr snapToGrid="0">
      <p:cViewPr varScale="1">
        <p:scale>
          <a:sx n="42" d="100"/>
          <a:sy n="42" d="100"/>
        </p:scale>
        <p:origin x="15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996685-BFC5-44BB-A810-6B0053E6C130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EA35B5-0739-4079-9436-B599E7E7E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789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psycopg2 is an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adapter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allows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applications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 database.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A35B5-0739-4079-9436-B599E7E7E3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973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(0.1) create two class codes, with table names and mappers for the main properties or attributes (name, id in Publisher and</a:t>
            </a:r>
            <a:r>
              <a:rPr lang="en-US" baseline="0" dirty="0"/>
              <a:t> title, id in Book)</a:t>
            </a:r>
          </a:p>
          <a:p>
            <a:r>
              <a:rPr lang="en-US" dirty="0"/>
              <a:t>(0.2) define</a:t>
            </a:r>
            <a:r>
              <a:rPr lang="en-US" baseline="0" dirty="0"/>
              <a:t> </a:t>
            </a:r>
            <a:r>
              <a:rPr lang="en-US" baseline="0" dirty="0" err="1"/>
              <a:t>db.relationship</a:t>
            </a:r>
            <a:r>
              <a:rPr lang="en-US" baseline="0" dirty="0"/>
              <a:t> in the Publisher (parent)</a:t>
            </a:r>
          </a:p>
          <a:p>
            <a:r>
              <a:rPr lang="en-US" baseline="0" dirty="0"/>
              <a:t>(0.3) define </a:t>
            </a:r>
            <a:r>
              <a:rPr lang="en-US" baseline="0" dirty="0" err="1"/>
              <a:t>db.Forignkey</a:t>
            </a:r>
            <a:r>
              <a:rPr lang="en-US" baseline="0" dirty="0"/>
              <a:t> in the Book (child)</a:t>
            </a:r>
          </a:p>
          <a:p>
            <a:endParaRPr lang="en-US" dirty="0"/>
          </a:p>
          <a:p>
            <a:r>
              <a:rPr lang="en-US" dirty="0"/>
              <a:t>(1) Column attributes:</a:t>
            </a:r>
          </a:p>
          <a:p>
            <a:r>
              <a:rPr lang="en-US" dirty="0"/>
              <a:t>String(250)</a:t>
            </a:r>
          </a:p>
          <a:p>
            <a:r>
              <a:rPr lang="en-US" dirty="0"/>
              <a:t>Integer</a:t>
            </a:r>
          </a:p>
          <a:p>
            <a:r>
              <a:rPr lang="en-US" dirty="0"/>
              <a:t>Relationship(Class)</a:t>
            </a:r>
          </a:p>
          <a:p>
            <a:r>
              <a:rPr lang="en-US" dirty="0" err="1"/>
              <a:t>Nullable</a:t>
            </a:r>
            <a:r>
              <a:rPr lang="en-US" dirty="0"/>
              <a:t> = False</a:t>
            </a:r>
          </a:p>
          <a:p>
            <a:r>
              <a:rPr lang="en-US" dirty="0" err="1"/>
              <a:t>Primary_key</a:t>
            </a:r>
            <a:r>
              <a:rPr lang="en-US" dirty="0"/>
              <a:t> = True</a:t>
            </a:r>
          </a:p>
          <a:p>
            <a:r>
              <a:rPr lang="en-US" dirty="0" err="1"/>
              <a:t>ForeignKey</a:t>
            </a:r>
            <a:r>
              <a:rPr lang="en-US" dirty="0"/>
              <a:t>(‘some_table.id’)</a:t>
            </a:r>
          </a:p>
          <a:p>
            <a:endParaRPr lang="en-US" dirty="0"/>
          </a:p>
          <a:p>
            <a:r>
              <a:rPr lang="en-US" dirty="0"/>
              <a:t>(2) To connect two</a:t>
            </a:r>
            <a:r>
              <a:rPr lang="en-US" baseline="0" dirty="0"/>
              <a:t> models, you need the functions ‘relationship()’ and ‘</a:t>
            </a:r>
            <a:r>
              <a:rPr lang="en-US" baseline="0" dirty="0" err="1"/>
              <a:t>ForeignKey</a:t>
            </a:r>
            <a:r>
              <a:rPr lang="en-US" baseline="0" dirty="0"/>
              <a:t>()’.</a:t>
            </a:r>
          </a:p>
          <a:p>
            <a:endParaRPr lang="en-US" baseline="0" dirty="0"/>
          </a:p>
          <a:p>
            <a:r>
              <a:rPr lang="en-US" baseline="0" dirty="0"/>
              <a:t>(2.1) relationship() should be inserted in the parent model, Publisher (the one side in a One-To-Many relationship)</a:t>
            </a:r>
          </a:p>
          <a:p>
            <a:endParaRPr lang="en-US" dirty="0"/>
          </a:p>
          <a:p>
            <a:r>
              <a:rPr lang="en-US" dirty="0"/>
              <a:t>If you insert</a:t>
            </a:r>
            <a:r>
              <a:rPr lang="en-US" baseline="0" dirty="0"/>
              <a:t> it in Publisher,</a:t>
            </a:r>
          </a:p>
          <a:p>
            <a:r>
              <a:rPr lang="en-US" baseline="0" dirty="0"/>
              <a:t>book = </a:t>
            </a:r>
            <a:r>
              <a:rPr lang="en-US" baseline="0" dirty="0" err="1"/>
              <a:t>db.relationship</a:t>
            </a:r>
            <a:r>
              <a:rPr lang="en-US" baseline="0" dirty="0"/>
              <a:t>('Book', </a:t>
            </a:r>
            <a:r>
              <a:rPr lang="en-US" baseline="0" dirty="0" err="1"/>
              <a:t>backref</a:t>
            </a:r>
            <a:r>
              <a:rPr lang="en-US" baseline="0" dirty="0"/>
              <a:t> = 'publisher')</a:t>
            </a:r>
          </a:p>
          <a:p>
            <a:r>
              <a:rPr lang="en-US" baseline="0" dirty="0"/>
              <a:t>Note: ‘Book’ is the class (the child model)</a:t>
            </a:r>
          </a:p>
          <a:p>
            <a:endParaRPr lang="en-US" baseline="0" dirty="0"/>
          </a:p>
          <a:p>
            <a:r>
              <a:rPr lang="en-US" baseline="0" dirty="0"/>
              <a:t>The name stored in </a:t>
            </a:r>
            <a:r>
              <a:rPr lang="en-US" baseline="0" dirty="0" err="1"/>
              <a:t>backref</a:t>
            </a:r>
            <a:r>
              <a:rPr lang="en-US" baseline="0" dirty="0"/>
              <a:t> is a sort of virtual column that will be inserted in the book table. This column will refer back to the corresponding Publisher object. ‘</a:t>
            </a:r>
            <a:r>
              <a:rPr lang="en-US" baseline="0" dirty="0" err="1"/>
              <a:t>books’is</a:t>
            </a:r>
            <a:r>
              <a:rPr lang="en-US" baseline="0" dirty="0"/>
              <a:t> setup as a relationship so I can use it as a list. E.g.,</a:t>
            </a:r>
          </a:p>
          <a:p>
            <a:r>
              <a:rPr lang="en-US" baseline="0" dirty="0"/>
              <a:t>p = Publisher(…)</a:t>
            </a:r>
          </a:p>
          <a:p>
            <a:r>
              <a:rPr lang="en-US" baseline="0" dirty="0"/>
              <a:t>b = Book(…)</a:t>
            </a:r>
          </a:p>
          <a:p>
            <a:r>
              <a:rPr lang="en-US" baseline="0" dirty="0" err="1"/>
              <a:t>p.books.append</a:t>
            </a:r>
            <a:r>
              <a:rPr lang="en-US" baseline="0" dirty="0"/>
              <a:t>(b)</a:t>
            </a:r>
          </a:p>
          <a:p>
            <a:endParaRPr lang="en-US" baseline="0" dirty="0"/>
          </a:p>
          <a:p>
            <a:r>
              <a:rPr lang="en-US" baseline="0" dirty="0"/>
              <a:t>I can also refer to properties of a Publisher using the reference ‘publisher’</a:t>
            </a:r>
          </a:p>
          <a:p>
            <a:r>
              <a:rPr lang="en-US" baseline="0" dirty="0"/>
              <a:t>b.publisher.name</a:t>
            </a:r>
          </a:p>
          <a:p>
            <a:endParaRPr lang="en-US" baseline="0" dirty="0"/>
          </a:p>
          <a:p>
            <a:r>
              <a:rPr lang="en-US" baseline="0" dirty="0"/>
              <a:t>This indicates how if a Book object going to refer back to a Publisher object. So, if I have a Book instance and I say </a:t>
            </a:r>
            <a:r>
              <a:rPr lang="en-US" baseline="0" dirty="0" err="1"/>
              <a:t>book.publisher</a:t>
            </a:r>
            <a:r>
              <a:rPr lang="en-US" baseline="0" dirty="0"/>
              <a:t>, what will be returned is the object of the publisher from the database (helpful in a voiding complicated lookups such as seeking in a book object for the</a:t>
            </a:r>
          </a:p>
          <a:p>
            <a:r>
              <a:rPr lang="en-US" dirty="0"/>
              <a:t>Publisher ID that’s related to it.</a:t>
            </a:r>
            <a:r>
              <a:rPr lang="en-US" baseline="0" dirty="0"/>
              <a:t> This requires inquiring the publisher table separately). 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will make more sense</a:t>
            </a:r>
            <a:r>
              <a:rPr lang="en-US" baseline="0" dirty="0"/>
              <a:t> when we populate the database in the next tutorials.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A35B5-0739-4079-9436-B599E7E7E35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33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B0D4-5EC7-41CE-BB12-D361673038F5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ED754-48A0-4E06-A0AF-E2FF19223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490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B0D4-5EC7-41CE-BB12-D361673038F5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ED754-48A0-4E06-A0AF-E2FF19223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883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B0D4-5EC7-41CE-BB12-D361673038F5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ED754-48A0-4E06-A0AF-E2FF19223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05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B0D4-5EC7-41CE-BB12-D361673038F5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ED754-48A0-4E06-A0AF-E2FF19223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643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B0D4-5EC7-41CE-BB12-D361673038F5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ED754-48A0-4E06-A0AF-E2FF19223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332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B0D4-5EC7-41CE-BB12-D361673038F5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ED754-48A0-4E06-A0AF-E2FF19223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08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B0D4-5EC7-41CE-BB12-D361673038F5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ED754-48A0-4E06-A0AF-E2FF19223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035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B0D4-5EC7-41CE-BB12-D361673038F5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ED754-48A0-4E06-A0AF-E2FF19223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611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B0D4-5EC7-41CE-BB12-D361673038F5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ED754-48A0-4E06-A0AF-E2FF19223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360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B0D4-5EC7-41CE-BB12-D361673038F5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ED754-48A0-4E06-A0AF-E2FF19223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31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B0D4-5EC7-41CE-BB12-D361673038F5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ED754-48A0-4E06-A0AF-E2FF19223B9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4966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B0D4-5EC7-41CE-BB12-D361673038F5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ED754-48A0-4E06-A0AF-E2FF19223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760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B0D4-5EC7-41CE-BB12-D361673038F5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ED754-48A0-4E06-A0AF-E2FF19223B9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0737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B0D4-5EC7-41CE-BB12-D361673038F5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ED754-48A0-4E06-A0AF-E2FF19223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7711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B0D4-5EC7-41CE-BB12-D361673038F5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ED754-48A0-4E06-A0AF-E2FF19223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8275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B0D4-5EC7-41CE-BB12-D361673038F5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ED754-48A0-4E06-A0AF-E2FF19223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694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80B0D4-5EC7-41CE-BB12-D361673038F5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4EED754-48A0-4E06-A0AF-E2FF19223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54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qlalchemy.org/library.html#tutorial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Flask </a:t>
            </a:r>
            <a:r>
              <a:rPr lang="en-US" dirty="0" err="1"/>
              <a:t>SQLAlchemy</a:t>
            </a:r>
            <a:br>
              <a:rPr lang="en-US" dirty="0"/>
            </a:br>
            <a:r>
              <a:rPr lang="en-US" dirty="0"/>
              <a:t>Setup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CS331E – Elements of Software Engineering II</a:t>
            </a:r>
          </a:p>
        </p:txBody>
      </p:sp>
    </p:spTree>
    <p:extLst>
      <p:ext uri="{BB962C8B-B14F-4D97-AF65-F5344CB8AC3E}">
        <p14:creationId xmlns:p14="http://schemas.microsoft.com/office/powerpoint/2010/main" val="3793318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Install </a:t>
            </a:r>
            <a:r>
              <a:rPr lang="en-US" sz="2000" dirty="0" err="1"/>
              <a:t>Postgresql</a:t>
            </a:r>
            <a:endParaRPr lang="en-US" sz="2000" dirty="0"/>
          </a:p>
          <a:p>
            <a:r>
              <a:rPr lang="en-US" sz="2000" dirty="0"/>
              <a:t>Install </a:t>
            </a:r>
            <a:r>
              <a:rPr lang="en-US" sz="2000" dirty="0" err="1"/>
              <a:t>SQLAlchmey</a:t>
            </a:r>
            <a:endParaRPr lang="en-US" sz="2000" dirty="0"/>
          </a:p>
          <a:p>
            <a:pPr lvl="1" fontAlgn="base">
              <a:buFontTx/>
              <a:buChar char="-"/>
            </a:pPr>
            <a:r>
              <a:rPr lang="en-US" sz="2000" dirty="0"/>
              <a:t>python -m pip install Flask-</a:t>
            </a:r>
            <a:r>
              <a:rPr lang="en-US" sz="2000" dirty="0" err="1"/>
              <a:t>SQLAlchemy</a:t>
            </a:r>
            <a:endParaRPr lang="en-US" sz="2000" dirty="0"/>
          </a:p>
          <a:p>
            <a:pPr lvl="1" fontAlgn="base">
              <a:buFontTx/>
              <a:buChar char="-"/>
            </a:pPr>
            <a:r>
              <a:rPr lang="en-US" sz="2000" dirty="0"/>
              <a:t>python -m pip install psycopg2-binary</a:t>
            </a:r>
          </a:p>
          <a:p>
            <a:pPr marL="457200" lvl="1" indent="0" fontAlgn="base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40959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SQLAlchemy</a:t>
            </a:r>
            <a:endParaRPr lang="en-US" sz="2000" dirty="0"/>
          </a:p>
          <a:p>
            <a:r>
              <a:rPr lang="en-US" sz="2000" dirty="0"/>
              <a:t>Flask-</a:t>
            </a:r>
            <a:r>
              <a:rPr lang="en-US" sz="2000" dirty="0" err="1"/>
              <a:t>SQLAlchmey</a:t>
            </a:r>
            <a:endParaRPr lang="en-US" sz="2000" dirty="0"/>
          </a:p>
          <a:p>
            <a:r>
              <a:rPr lang="en-US" sz="2000" dirty="0"/>
              <a:t>Setup and configure the database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70734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SQLAlchmey</a:t>
            </a:r>
            <a:r>
              <a:rPr lang="en-US" dirty="0"/>
              <a:t> -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Interacting with a database can be done using SQL syntax</a:t>
            </a:r>
          </a:p>
          <a:p>
            <a:r>
              <a:rPr lang="en-US" sz="2000" dirty="0"/>
              <a:t>Using Flask,  one can still use raw SQL</a:t>
            </a:r>
          </a:p>
          <a:p>
            <a:r>
              <a:rPr lang="en-US" sz="2000" dirty="0"/>
              <a:t>Sending a query to the database will be as a strings</a:t>
            </a:r>
          </a:p>
          <a:p>
            <a:r>
              <a:rPr lang="en-US" sz="2000" dirty="0"/>
              <a:t>But, python complier has no way of checking if there is a typo or reference a table that does not exist</a:t>
            </a:r>
          </a:p>
          <a:p>
            <a:r>
              <a:rPr lang="en-US" sz="2000" dirty="0"/>
              <a:t>In Python (flask), every other data structure we use is some type of object. </a:t>
            </a:r>
          </a:p>
          <a:p>
            <a:r>
              <a:rPr lang="en-US" sz="2000" dirty="0"/>
              <a:t>So, why not treat our database queries, tables, and rows as objects as well.</a:t>
            </a:r>
          </a:p>
        </p:txBody>
      </p:sp>
    </p:spTree>
    <p:extLst>
      <p:ext uri="{BB962C8B-B14F-4D97-AF65-F5344CB8AC3E}">
        <p14:creationId xmlns:p14="http://schemas.microsoft.com/office/powerpoint/2010/main" val="4279555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SQLAlchmey</a:t>
            </a:r>
            <a:r>
              <a:rPr lang="en-US" dirty="0"/>
              <a:t> -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Developer have created Object Relational Mapping (ORM) to handle such a situation. You can think of ORM as a translator, converting code from one form to another.</a:t>
            </a:r>
          </a:p>
          <a:p>
            <a:r>
              <a:rPr lang="en-US" sz="2000" dirty="0"/>
              <a:t>One sends off </a:t>
            </a:r>
            <a:r>
              <a:rPr lang="en-US" sz="2000" b="1" dirty="0"/>
              <a:t>code</a:t>
            </a:r>
            <a:r>
              <a:rPr lang="en-US" sz="2000" dirty="0"/>
              <a:t> written in python </a:t>
            </a:r>
          </a:p>
          <a:p>
            <a:r>
              <a:rPr lang="en-US" sz="2000" dirty="0"/>
              <a:t>The </a:t>
            </a:r>
            <a:r>
              <a:rPr lang="en-US" sz="2000" b="1" dirty="0"/>
              <a:t>code</a:t>
            </a:r>
            <a:r>
              <a:rPr lang="en-US" sz="2000" dirty="0"/>
              <a:t> is transformed by the ORM into SQL and sent off to the database</a:t>
            </a:r>
          </a:p>
          <a:p>
            <a:r>
              <a:rPr lang="en-US" sz="2000" dirty="0"/>
              <a:t>The ORM also gets results from an SQL statement and allows us to use it as an object from within the Python code.</a:t>
            </a:r>
          </a:p>
          <a:p>
            <a:r>
              <a:rPr lang="en-US" sz="2000" dirty="0" err="1"/>
              <a:t>SQLAlchemy</a:t>
            </a:r>
            <a:r>
              <a:rPr lang="en-US" sz="2000" dirty="0"/>
              <a:t> is an open source ORM for Python with many features.  </a:t>
            </a:r>
          </a:p>
          <a:p>
            <a:r>
              <a:rPr lang="en-US" sz="2000" u="sng" dirty="0">
                <a:hlinkClick r:id="rId2"/>
              </a:rPr>
              <a:t>https://www.sqlalchemy.org/library.html#tutorials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48936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Flask-</a:t>
            </a:r>
            <a:r>
              <a:rPr lang="en-US" dirty="0" err="1"/>
              <a:t>SQLAlchmey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Flask extension to add support for </a:t>
            </a:r>
            <a:r>
              <a:rPr lang="en-US" sz="2000" dirty="0" err="1"/>
              <a:t>SQLAlchmey</a:t>
            </a:r>
            <a:r>
              <a:rPr lang="en-US" sz="2000" dirty="0"/>
              <a:t> to flask apps</a:t>
            </a:r>
          </a:p>
          <a:p>
            <a:r>
              <a:rPr lang="en-US" sz="2000" dirty="0"/>
              <a:t>Facilitate connecting Python code to Database</a:t>
            </a:r>
          </a:p>
          <a:p>
            <a:r>
              <a:rPr lang="en-US" sz="2000" dirty="0"/>
              <a:t>Provide a mapping between the Python classes with tables in the database</a:t>
            </a:r>
          </a:p>
        </p:txBody>
      </p:sp>
    </p:spTree>
    <p:extLst>
      <p:ext uri="{BB962C8B-B14F-4D97-AF65-F5344CB8AC3E}">
        <p14:creationId xmlns:p14="http://schemas.microsoft.com/office/powerpoint/2010/main" val="2084963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a database with </a:t>
            </a:r>
            <a:r>
              <a:rPr lang="en-US" b="1" dirty="0" err="1"/>
              <a:t>SQLAlchmey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623669"/>
          </a:xfrm>
        </p:spPr>
        <p:txBody>
          <a:bodyPr>
            <a:normAutofit fontScale="92500" lnSpcReduction="10000"/>
          </a:bodyPr>
          <a:lstStyle/>
          <a:p>
            <a:r>
              <a:rPr lang="en-US" sz="2200" b="1" dirty="0"/>
              <a:t>Configuration code:</a:t>
            </a:r>
            <a:r>
              <a:rPr lang="en-US" sz="2200" dirty="0"/>
              <a:t> import all necessary modules</a:t>
            </a:r>
          </a:p>
          <a:p>
            <a:pPr lvl="1">
              <a:buFontTx/>
              <a:buChar char="-"/>
            </a:pPr>
            <a:r>
              <a:rPr lang="en-US" sz="2200" b="1" dirty="0"/>
              <a:t>At the beginning of the file</a:t>
            </a:r>
          </a:p>
          <a:p>
            <a:pPr lvl="2" indent="-285750">
              <a:buFont typeface="Wingdings" panose="05000000000000000000" pitchFamily="2" charset="2"/>
              <a:buChar char="§"/>
            </a:pPr>
            <a:r>
              <a:rPr lang="en-US" sz="2200" dirty="0"/>
              <a:t>Import all modules needed </a:t>
            </a:r>
          </a:p>
          <a:p>
            <a:pPr lvl="2" indent="-285750">
              <a:buFont typeface="Wingdings" panose="05000000000000000000" pitchFamily="2" charset="2"/>
              <a:buChar char="§"/>
            </a:pPr>
            <a:r>
              <a:rPr lang="en-US" sz="2200" dirty="0"/>
              <a:t>Create a Flask object, have it pointing to the database, create an </a:t>
            </a:r>
            <a:r>
              <a:rPr lang="en-US" sz="2200" dirty="0" err="1"/>
              <a:t>SQLAlchemy</a:t>
            </a:r>
            <a:r>
              <a:rPr lang="en-US" sz="2200" dirty="0"/>
              <a:t> object and bind it to the Flask app</a:t>
            </a:r>
          </a:p>
          <a:p>
            <a:pPr lvl="1">
              <a:buFontTx/>
              <a:buChar char="-"/>
            </a:pPr>
            <a:r>
              <a:rPr lang="en-US" sz="2200" b="1" dirty="0"/>
              <a:t>Creating models</a:t>
            </a:r>
          </a:p>
          <a:p>
            <a:pPr lvl="2" indent="-285750">
              <a:buFont typeface="Wingdings" panose="05000000000000000000" pitchFamily="2" charset="2"/>
              <a:buChar char="§"/>
            </a:pPr>
            <a:r>
              <a:rPr lang="en-US" sz="2200" dirty="0"/>
              <a:t>Class code: used to represent our data in Python</a:t>
            </a:r>
          </a:p>
          <a:p>
            <a:pPr lvl="2" indent="-285750">
              <a:buFont typeface="Wingdings" panose="05000000000000000000" pitchFamily="2" charset="2"/>
              <a:buChar char="§"/>
            </a:pPr>
            <a:r>
              <a:rPr lang="en-US" sz="2200" dirty="0"/>
              <a:t>Table: used to represent the specific table in the database</a:t>
            </a:r>
          </a:p>
          <a:p>
            <a:pPr lvl="2" indent="-285750">
              <a:buFont typeface="Wingdings" panose="05000000000000000000" pitchFamily="2" charset="2"/>
              <a:buChar char="§"/>
            </a:pPr>
            <a:r>
              <a:rPr lang="en-US" sz="2200" dirty="0"/>
              <a:t>Mapper: used to connect the columns of the table to the class that represents it</a:t>
            </a:r>
          </a:p>
          <a:p>
            <a:pPr lvl="1">
              <a:buFontTx/>
              <a:buChar char="-"/>
            </a:pPr>
            <a:r>
              <a:rPr lang="en-US" sz="2200" b="1" dirty="0"/>
              <a:t>At the end of the file</a:t>
            </a:r>
          </a:p>
          <a:p>
            <a:pPr marL="857250" lvl="2" indent="0">
              <a:buNone/>
            </a:pPr>
            <a:r>
              <a:rPr lang="en-US" sz="2200" dirty="0"/>
              <a:t>Create (or connect) the database and adds tables and columns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894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a database with </a:t>
            </a:r>
            <a:r>
              <a:rPr lang="en-US" b="1" dirty="0" err="1"/>
              <a:t>SQLAlchmey</a:t>
            </a:r>
            <a:r>
              <a:rPr lang="en-US" b="1" dirty="0"/>
              <a:t> – models.py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9007440" cy="4269708"/>
          </a:xfrm>
        </p:spPr>
        <p:txBody>
          <a:bodyPr>
            <a:noAutofit/>
          </a:bodyPr>
          <a:lstStyle/>
          <a:p>
            <a:r>
              <a:rPr lang="en-US" sz="2000" b="1" dirty="0"/>
              <a:t>Configuration code:</a:t>
            </a:r>
            <a:r>
              <a:rPr lang="en-US" sz="2000" dirty="0"/>
              <a:t> import all necessary modules</a:t>
            </a:r>
          </a:p>
          <a:p>
            <a:pPr lvl="1">
              <a:buFontTx/>
              <a:buChar char="-"/>
            </a:pPr>
            <a:r>
              <a:rPr lang="en-US" sz="2000" b="1" dirty="0"/>
              <a:t>At the beginning of the file</a:t>
            </a:r>
          </a:p>
          <a:p>
            <a:pPr lvl="2" indent="-285750">
              <a:buFont typeface="Wingdings" panose="05000000000000000000" pitchFamily="2" charset="2"/>
              <a:buChar char="§"/>
            </a:pPr>
            <a:r>
              <a:rPr lang="en-US" sz="2000" dirty="0"/>
              <a:t>Import all modules needed </a:t>
            </a:r>
          </a:p>
          <a:p>
            <a:pPr marL="800100" lvl="2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from flask import Flask</a:t>
            </a:r>
          </a:p>
          <a:p>
            <a:pPr marL="800100" lvl="2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flask_sqlalchemy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SQLAlchemy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2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indent="-285750">
              <a:buFont typeface="Wingdings" panose="05000000000000000000" pitchFamily="2" charset="2"/>
              <a:buChar char="§"/>
            </a:pPr>
            <a:r>
              <a:rPr lang="en-US" sz="2000" dirty="0"/>
              <a:t>Create a Flask object, have it pointing to the database, create an </a:t>
            </a:r>
            <a:r>
              <a:rPr lang="en-US" sz="2000" dirty="0" err="1"/>
              <a:t>SQLAlchemy</a:t>
            </a:r>
            <a:r>
              <a:rPr lang="en-US" sz="2000" dirty="0"/>
              <a:t> object and bind it to the Flask app</a:t>
            </a:r>
          </a:p>
        </p:txBody>
      </p:sp>
    </p:spTree>
    <p:extLst>
      <p:ext uri="{BB962C8B-B14F-4D97-AF65-F5344CB8AC3E}">
        <p14:creationId xmlns:p14="http://schemas.microsoft.com/office/powerpoint/2010/main" val="488855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a database with </a:t>
            </a:r>
            <a:r>
              <a:rPr lang="en-US" b="1" dirty="0" err="1"/>
              <a:t>SQLAlchmey</a:t>
            </a:r>
            <a:r>
              <a:rPr lang="en-US" b="1" dirty="0"/>
              <a:t> – models.py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968111" cy="5646224"/>
          </a:xfrm>
        </p:spPr>
        <p:txBody>
          <a:bodyPr>
            <a:noAutofit/>
          </a:bodyPr>
          <a:lstStyle/>
          <a:p>
            <a:r>
              <a:rPr lang="en-US" sz="2000" b="1" dirty="0"/>
              <a:t>Configuration code:</a:t>
            </a:r>
            <a:r>
              <a:rPr lang="en-US" sz="2000" dirty="0"/>
              <a:t> import all necessary modules</a:t>
            </a:r>
          </a:p>
          <a:p>
            <a:pPr lvl="1">
              <a:buFontTx/>
              <a:buChar char="-"/>
            </a:pPr>
            <a:r>
              <a:rPr lang="en-US" sz="2000" b="1" dirty="0"/>
              <a:t>At the beginning of the file</a:t>
            </a:r>
          </a:p>
          <a:p>
            <a:pPr lvl="2" indent="-285750">
              <a:buFont typeface="Wingdings" panose="05000000000000000000" pitchFamily="2" charset="2"/>
              <a:buChar char="§"/>
            </a:pPr>
            <a:r>
              <a:rPr lang="en-US" sz="2000" dirty="0"/>
              <a:t>Import all modules needed </a:t>
            </a:r>
          </a:p>
          <a:p>
            <a:pPr lvl="2" indent="-285750">
              <a:buFont typeface="Wingdings" panose="05000000000000000000" pitchFamily="2" charset="2"/>
              <a:buChar char="§"/>
            </a:pPr>
            <a:r>
              <a:rPr lang="en-US" sz="2000" dirty="0"/>
              <a:t>Create a Flask object, have it pointing to the database, create an </a:t>
            </a:r>
            <a:r>
              <a:rPr lang="en-US" sz="2000" dirty="0" err="1"/>
              <a:t>SQLAlchemy</a:t>
            </a:r>
            <a:r>
              <a:rPr lang="en-US" sz="2000" dirty="0"/>
              <a:t> object and bind it to the Flask app</a:t>
            </a:r>
          </a:p>
          <a:p>
            <a:pPr marL="857250" lvl="2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app = Flask(__name__)</a:t>
            </a:r>
          </a:p>
          <a:p>
            <a:pPr marL="857250" lvl="2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app.config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['SQLALCHEMY_DATABASE_URI'] = '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postgresql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://postgres:asd123@localhost:5432/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bookdb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pPr marL="857250" lvl="2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app.config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['SQLALCHEMY_TRACK_MODIFICATIONS'] = True # to suppress a warning message</a:t>
            </a:r>
          </a:p>
          <a:p>
            <a:pPr marL="857250" lvl="2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SQLAlchemy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(app)</a:t>
            </a:r>
          </a:p>
        </p:txBody>
      </p:sp>
    </p:spTree>
    <p:extLst>
      <p:ext uri="{BB962C8B-B14F-4D97-AF65-F5344CB8AC3E}">
        <p14:creationId xmlns:p14="http://schemas.microsoft.com/office/powerpoint/2010/main" val="687825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a database with </a:t>
            </a:r>
            <a:r>
              <a:rPr lang="en-US" b="1" dirty="0" err="1"/>
              <a:t>SQLAlchmey</a:t>
            </a:r>
            <a:r>
              <a:rPr lang="en-US" b="1" dirty="0"/>
              <a:t> – models.py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623669"/>
          </a:xfrm>
        </p:spPr>
        <p:txBody>
          <a:bodyPr>
            <a:normAutofit/>
          </a:bodyPr>
          <a:lstStyle/>
          <a:p>
            <a:r>
              <a:rPr lang="en-US" sz="2200" b="1" dirty="0"/>
              <a:t>Configuration code:</a:t>
            </a:r>
            <a:r>
              <a:rPr lang="en-US" sz="2200" dirty="0"/>
              <a:t> import all necessary modules</a:t>
            </a:r>
          </a:p>
          <a:p>
            <a:pPr lvl="1">
              <a:buFontTx/>
              <a:buChar char="-"/>
            </a:pPr>
            <a:r>
              <a:rPr lang="en-US" sz="2200" b="1" dirty="0"/>
              <a:t>At the beginning of the file</a:t>
            </a:r>
          </a:p>
          <a:p>
            <a:pPr lvl="2" indent="-285750">
              <a:buFont typeface="Wingdings" panose="05000000000000000000" pitchFamily="2" charset="2"/>
              <a:buChar char="§"/>
            </a:pPr>
            <a:r>
              <a:rPr lang="en-US" sz="2200" dirty="0"/>
              <a:t>Import all modules needed </a:t>
            </a:r>
          </a:p>
          <a:p>
            <a:pPr lvl="2" indent="-285750">
              <a:buFont typeface="Wingdings" panose="05000000000000000000" pitchFamily="2" charset="2"/>
              <a:buChar char="§"/>
            </a:pPr>
            <a:r>
              <a:rPr lang="en-US" sz="2200" dirty="0"/>
              <a:t>Create a Flask object, have it pointing to the database, create an </a:t>
            </a:r>
            <a:r>
              <a:rPr lang="en-US" sz="2200" dirty="0" err="1"/>
              <a:t>SQLAlchemy</a:t>
            </a:r>
            <a:r>
              <a:rPr lang="en-US" sz="2200" dirty="0"/>
              <a:t> object and bind it to the Flask app</a:t>
            </a:r>
          </a:p>
          <a:p>
            <a:pPr lvl="1">
              <a:buFontTx/>
              <a:buChar char="-"/>
            </a:pPr>
            <a:r>
              <a:rPr lang="en-US" sz="2200" b="1" u="sng" dirty="0"/>
              <a:t>Creating models (will do it next)</a:t>
            </a:r>
          </a:p>
          <a:p>
            <a:pPr lvl="1">
              <a:buFontTx/>
              <a:buChar char="-"/>
            </a:pPr>
            <a:r>
              <a:rPr lang="en-US" sz="2200" b="1" dirty="0"/>
              <a:t>At the end of the file</a:t>
            </a:r>
          </a:p>
          <a:p>
            <a:pPr marL="857250" lvl="2" indent="0">
              <a:buNone/>
            </a:pPr>
            <a:r>
              <a:rPr lang="en-US" sz="2200" dirty="0"/>
              <a:t>Create (or connect) the database and adds tables and columns</a:t>
            </a:r>
          </a:p>
          <a:p>
            <a:pPr marL="800100" lvl="2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db.create_all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624170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a database with </a:t>
            </a:r>
            <a:r>
              <a:rPr lang="en-US" b="1" dirty="0" err="1"/>
              <a:t>SQLAlchmey</a:t>
            </a:r>
            <a:r>
              <a:rPr lang="en-US" b="1" dirty="0"/>
              <a:t> – models.py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012" y="2160589"/>
            <a:ext cx="9730854" cy="4623669"/>
          </a:xfrm>
        </p:spPr>
        <p:txBody>
          <a:bodyPr>
            <a:normAutofit lnSpcReduction="10000"/>
          </a:bodyPr>
          <a:lstStyle/>
          <a:p>
            <a:r>
              <a:rPr lang="en-US" sz="2200" b="1" dirty="0"/>
              <a:t>Configuration code:</a:t>
            </a:r>
            <a:r>
              <a:rPr lang="en-US" sz="2200" dirty="0"/>
              <a:t> import all necessary modules</a:t>
            </a:r>
          </a:p>
          <a:p>
            <a:r>
              <a:rPr lang="en-US" sz="2200" b="1" dirty="0"/>
              <a:t>Creating models</a:t>
            </a:r>
          </a:p>
          <a:p>
            <a:pPr lvl="1">
              <a:buFontTx/>
              <a:buChar char="-"/>
            </a:pPr>
            <a:r>
              <a:rPr lang="en-US" sz="2200" b="1" dirty="0"/>
              <a:t>Class code: </a:t>
            </a:r>
            <a:r>
              <a:rPr lang="en-US" sz="2200" dirty="0"/>
              <a:t>used to represent our data in Python</a:t>
            </a:r>
          </a:p>
          <a:p>
            <a:pPr lvl="1">
              <a:buFontTx/>
              <a:buChar char="-"/>
            </a:pPr>
            <a:r>
              <a:rPr lang="en-US" sz="2200" b="1" dirty="0"/>
              <a:t>Table</a:t>
            </a:r>
            <a:r>
              <a:rPr lang="en-US" sz="2200" dirty="0"/>
              <a:t>: used to represent the specific table in the database</a:t>
            </a:r>
          </a:p>
          <a:p>
            <a:pPr lvl="1">
              <a:buFontTx/>
              <a:buChar char="-"/>
            </a:pPr>
            <a:r>
              <a:rPr lang="en-US" sz="2200" b="1" dirty="0"/>
              <a:t>Mapper</a:t>
            </a:r>
            <a:r>
              <a:rPr lang="en-US" sz="2200" dirty="0"/>
              <a:t>: used to connect the columns of the table to the class that represents it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class Book(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db.Model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__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__ = 'book'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title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db.Column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db.String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(80),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nullable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False)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id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db.Column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db.Integer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primary_key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True)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8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Populating the DB - Create_db.py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1489" y="1409076"/>
            <a:ext cx="4482059" cy="465444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for </a:t>
            </a:r>
            <a:r>
              <a:rPr lang="en-US" dirty="0" err="1"/>
              <a:t>oneBook</a:t>
            </a:r>
            <a:r>
              <a:rPr lang="en-US" dirty="0"/>
              <a:t> in book['Books']:</a:t>
            </a:r>
          </a:p>
          <a:p>
            <a:pPr marL="0" indent="0">
              <a:buNone/>
            </a:pPr>
            <a:r>
              <a:rPr lang="en-US" dirty="0"/>
              <a:t>        title = </a:t>
            </a:r>
            <a:r>
              <a:rPr lang="en-US" dirty="0" err="1"/>
              <a:t>oneBook</a:t>
            </a:r>
            <a:r>
              <a:rPr lang="en-US" dirty="0"/>
              <a:t>['title']</a:t>
            </a:r>
          </a:p>
          <a:p>
            <a:pPr marL="0" indent="0">
              <a:buNone/>
            </a:pPr>
            <a:r>
              <a:rPr lang="en-US" dirty="0"/>
              <a:t>        id = </a:t>
            </a:r>
            <a:r>
              <a:rPr lang="en-US" dirty="0" err="1"/>
              <a:t>oneBook</a:t>
            </a:r>
            <a:r>
              <a:rPr lang="en-US" dirty="0"/>
              <a:t>['id']</a:t>
            </a:r>
          </a:p>
          <a:p>
            <a:pPr marL="0" indent="0">
              <a:buNone/>
            </a:pPr>
            <a:r>
              <a:rPr lang="en-US" dirty="0"/>
              <a:t>		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newBook</a:t>
            </a:r>
            <a:r>
              <a:rPr lang="en-US" dirty="0"/>
              <a:t> = Book(title = title, id = id)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# After I create the book, I can then add it to my session.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db.session.add</a:t>
            </a:r>
            <a:r>
              <a:rPr lang="en-US" dirty="0"/>
              <a:t>(</a:t>
            </a:r>
            <a:r>
              <a:rPr lang="en-US" dirty="0" err="1"/>
              <a:t>newBook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# commit the session to my DB.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db.session.commit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 err="1"/>
              <a:t>create_books</a:t>
            </a:r>
            <a:r>
              <a:rPr lang="en-US" dirty="0"/>
              <a:t>()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77334" y="1930400"/>
            <a:ext cx="4117020" cy="4162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json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models import app, </a:t>
            </a:r>
            <a:r>
              <a:rPr lang="en-US" dirty="0" err="1"/>
              <a:t>db</a:t>
            </a:r>
            <a:r>
              <a:rPr lang="en-US" dirty="0"/>
              <a:t>, Book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load_json</a:t>
            </a:r>
            <a:r>
              <a:rPr lang="en-US" dirty="0"/>
              <a:t>(filename):</a:t>
            </a:r>
          </a:p>
          <a:p>
            <a:pPr marL="0" indent="0">
              <a:buNone/>
            </a:pPr>
            <a:r>
              <a:rPr lang="en-US" dirty="0"/>
              <a:t>    with open(filename) as file: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jsn</a:t>
            </a:r>
            <a:r>
              <a:rPr lang="en-US" dirty="0"/>
              <a:t> = </a:t>
            </a:r>
            <a:r>
              <a:rPr lang="en-US" dirty="0" err="1"/>
              <a:t>json.load</a:t>
            </a:r>
            <a:r>
              <a:rPr lang="en-US" dirty="0"/>
              <a:t>(file)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file.close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return </a:t>
            </a:r>
            <a:r>
              <a:rPr lang="en-US" dirty="0" err="1"/>
              <a:t>jsn</a:t>
            </a:r>
            <a:endParaRPr lang="en-US" dirty="0"/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7812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Flask app - Main.py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4359361" cy="46974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from flask import </a:t>
            </a:r>
            <a:r>
              <a:rPr lang="en-US" sz="2400" dirty="0" err="1"/>
              <a:t>render_template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from </a:t>
            </a:r>
            <a:r>
              <a:rPr lang="en-US" sz="2400" dirty="0" err="1"/>
              <a:t>create_db</a:t>
            </a:r>
            <a:r>
              <a:rPr lang="en-US" sz="2400" dirty="0"/>
              <a:t> import app, </a:t>
            </a:r>
            <a:r>
              <a:rPr lang="en-US" sz="2400" dirty="0" err="1"/>
              <a:t>db</a:t>
            </a:r>
            <a:r>
              <a:rPr lang="en-US" sz="2400" dirty="0"/>
              <a:t>, Book, </a:t>
            </a:r>
            <a:r>
              <a:rPr lang="en-US" sz="2400" dirty="0" err="1"/>
              <a:t>create_books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@</a:t>
            </a:r>
            <a:r>
              <a:rPr lang="en-US" sz="2400" dirty="0" err="1"/>
              <a:t>app.route</a:t>
            </a:r>
            <a:r>
              <a:rPr lang="en-US" sz="2400" dirty="0"/>
              <a:t>('/')</a:t>
            </a:r>
          </a:p>
          <a:p>
            <a:pPr marL="0" indent="0">
              <a:buNone/>
            </a:pPr>
            <a:r>
              <a:rPr lang="en-US" sz="2400" dirty="0" err="1"/>
              <a:t>def</a:t>
            </a:r>
            <a:r>
              <a:rPr lang="en-US" sz="2400" dirty="0"/>
              <a:t> index():</a:t>
            </a:r>
          </a:p>
          <a:p>
            <a:pPr marL="0" indent="0">
              <a:buNone/>
            </a:pPr>
            <a:r>
              <a:rPr lang="en-US" sz="2400" dirty="0"/>
              <a:t>	return </a:t>
            </a:r>
            <a:r>
              <a:rPr lang="en-US" sz="2400" dirty="0" err="1"/>
              <a:t>render_template</a:t>
            </a:r>
            <a:r>
              <a:rPr lang="en-US" sz="2400" dirty="0"/>
              <a:t>('hello.html')</a:t>
            </a:r>
          </a:p>
          <a:p>
            <a:pPr marL="0" indent="0">
              <a:buNone/>
            </a:pPr>
            <a:r>
              <a:rPr lang="en-US" sz="1400" dirty="0"/>
              <a:t>	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036695" y="1930400"/>
            <a:ext cx="4359361" cy="46974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2000" dirty="0"/>
              <a:t>@</a:t>
            </a:r>
            <a:r>
              <a:rPr lang="en-US" sz="2000" dirty="0" err="1"/>
              <a:t>app.route</a:t>
            </a:r>
            <a:r>
              <a:rPr lang="en-US" sz="2000" dirty="0"/>
              <a:t>('/books/')</a:t>
            </a:r>
          </a:p>
          <a:p>
            <a:pPr marL="0" indent="0">
              <a:buFont typeface="Wingdings 3" charset="2"/>
              <a:buNone/>
            </a:pPr>
            <a:r>
              <a:rPr lang="en-US" sz="2000" dirty="0" err="1"/>
              <a:t>def</a:t>
            </a:r>
            <a:r>
              <a:rPr lang="en-US" sz="2000" dirty="0"/>
              <a:t> book():</a:t>
            </a:r>
          </a:p>
          <a:p>
            <a:pPr marL="0" indent="0">
              <a:buFont typeface="Wingdings 3" charset="2"/>
              <a:buNone/>
            </a:pPr>
            <a:r>
              <a:rPr lang="en-US" sz="2000" dirty="0"/>
              <a:t>	books = </a:t>
            </a:r>
            <a:r>
              <a:rPr lang="en-US" sz="2000" dirty="0" err="1"/>
              <a:t>db.session.query</a:t>
            </a:r>
            <a:r>
              <a:rPr lang="en-US" sz="2000" dirty="0"/>
              <a:t>(Book).all()</a:t>
            </a:r>
          </a:p>
          <a:p>
            <a:pPr marL="0" indent="0">
              <a:buFont typeface="Wingdings 3" charset="2"/>
              <a:buNone/>
            </a:pPr>
            <a:r>
              <a:rPr lang="en-US" sz="2000" dirty="0"/>
              <a:t>	return </a:t>
            </a:r>
            <a:r>
              <a:rPr lang="en-US" sz="2000" dirty="0" err="1"/>
              <a:t>render_template</a:t>
            </a:r>
            <a:r>
              <a:rPr lang="en-US" sz="2000" dirty="0"/>
              <a:t>('books.html', books = books)</a:t>
            </a:r>
          </a:p>
          <a:p>
            <a:pPr marL="0" indent="0">
              <a:buFont typeface="Wingdings 3" charset="2"/>
              <a:buNone/>
            </a:pPr>
            <a:r>
              <a:rPr lang="en-US" sz="2000" dirty="0"/>
              <a:t>	</a:t>
            </a:r>
          </a:p>
          <a:p>
            <a:pPr marL="0" indent="0">
              <a:buFont typeface="Wingdings 3" charset="2"/>
              <a:buNone/>
            </a:pPr>
            <a:r>
              <a:rPr lang="en-US" sz="2000" dirty="0"/>
              <a:t>if __name__ == "__main__":</a:t>
            </a:r>
          </a:p>
          <a:p>
            <a:pPr marL="0" indent="0">
              <a:buFont typeface="Wingdings 3" charset="2"/>
              <a:buNone/>
            </a:pPr>
            <a:r>
              <a:rPr lang="en-US" sz="2000" dirty="0"/>
              <a:t>	</a:t>
            </a:r>
            <a:r>
              <a:rPr lang="en-US" sz="2000" dirty="0" err="1"/>
              <a:t>app.run</a:t>
            </a:r>
            <a:r>
              <a:rPr lang="en-US" sz="20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755449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Hello.html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	&lt;head&gt;</a:t>
            </a:r>
          </a:p>
          <a:p>
            <a:pPr marL="0" indent="0">
              <a:buNone/>
            </a:pPr>
            <a:r>
              <a:rPr lang="en-US" dirty="0"/>
              <a:t>		</a:t>
            </a:r>
          </a:p>
          <a:p>
            <a:pPr marL="0" indent="0">
              <a:buNone/>
            </a:pPr>
            <a:r>
              <a:rPr lang="en-US" dirty="0"/>
              <a:t>	&lt;/head&gt;</a:t>
            </a:r>
          </a:p>
          <a:p>
            <a:pPr marL="0" indent="0">
              <a:buNone/>
            </a:pPr>
            <a:r>
              <a:rPr lang="en-US" dirty="0"/>
              <a:t>	&lt;body&gt;</a:t>
            </a:r>
          </a:p>
          <a:p>
            <a:pPr marL="0" indent="0">
              <a:buNone/>
            </a:pPr>
            <a:r>
              <a:rPr lang="en-US" dirty="0"/>
              <a:t>		&lt;p&gt;Hello World&lt;/b&gt;</a:t>
            </a:r>
          </a:p>
          <a:p>
            <a:pPr marL="0" indent="0">
              <a:buNone/>
            </a:pPr>
            <a:r>
              <a:rPr lang="en-US" dirty="0"/>
              <a:t>	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219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Books.html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569995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3000" dirty="0"/>
              <a:t>&lt;html&gt;</a:t>
            </a:r>
          </a:p>
          <a:p>
            <a:pPr marL="0" indent="0">
              <a:buNone/>
            </a:pPr>
            <a:r>
              <a:rPr lang="en-US" sz="3000" dirty="0"/>
              <a:t>	&lt;head&gt; &lt;/head&gt;</a:t>
            </a:r>
          </a:p>
          <a:p>
            <a:pPr marL="0" indent="0">
              <a:buNone/>
            </a:pPr>
            <a:r>
              <a:rPr lang="en-US" sz="3000" dirty="0"/>
              <a:t>	&lt;body&gt;</a:t>
            </a:r>
          </a:p>
          <a:p>
            <a:pPr marL="0" indent="0">
              <a:buNone/>
            </a:pPr>
            <a:r>
              <a:rPr lang="en-US" sz="3000" dirty="0"/>
              <a:t>		&lt;p&gt;This is the books page&lt;/b&gt;</a:t>
            </a:r>
          </a:p>
          <a:p>
            <a:pPr marL="0" indent="0">
              <a:buNone/>
            </a:pPr>
            <a:r>
              <a:rPr lang="en-US" sz="3000" dirty="0"/>
              <a:t>		&lt;a </a:t>
            </a:r>
            <a:r>
              <a:rPr lang="en-US" sz="3000" dirty="0" err="1"/>
              <a:t>href</a:t>
            </a:r>
            <a:r>
              <a:rPr lang="en-US" sz="3000" dirty="0"/>
              <a:t>="{{</a:t>
            </a:r>
            <a:r>
              <a:rPr lang="en-US" sz="3000" dirty="0" err="1"/>
              <a:t>url_for</a:t>
            </a:r>
            <a:r>
              <a:rPr lang="en-US" sz="3000" dirty="0"/>
              <a:t>('index')}}"&gt;Main Menu&lt;/a&gt; &lt;</a:t>
            </a:r>
            <a:r>
              <a:rPr lang="en-US" sz="3000" dirty="0" err="1"/>
              <a:t>br</a:t>
            </a:r>
            <a:r>
              <a:rPr lang="en-US" sz="3000" dirty="0"/>
              <a:t>/&gt;</a:t>
            </a:r>
          </a:p>
          <a:p>
            <a:pPr marL="0" indent="0">
              <a:buNone/>
            </a:pPr>
            <a:r>
              <a:rPr lang="en-US" sz="3000" dirty="0"/>
              <a:t>		&lt;h1&gt;Books&lt;/h1&gt;</a:t>
            </a:r>
          </a:p>
          <a:p>
            <a:pPr marL="0" indent="0">
              <a:buNone/>
            </a:pPr>
            <a:r>
              <a:rPr lang="en-US" sz="3000" dirty="0"/>
              <a:t>		{% if books == [] %}</a:t>
            </a:r>
          </a:p>
          <a:p>
            <a:pPr marL="0" indent="0">
              <a:buNone/>
            </a:pPr>
            <a:r>
              <a:rPr lang="en-US" sz="3000" dirty="0"/>
              <a:t>			&lt;p&gt;No books exist&lt;/p&gt;	</a:t>
            </a:r>
          </a:p>
          <a:p>
            <a:pPr marL="0" indent="0">
              <a:buNone/>
            </a:pPr>
            <a:r>
              <a:rPr lang="en-US" sz="3000" dirty="0"/>
              <a:t>		{% else %}</a:t>
            </a:r>
          </a:p>
          <a:p>
            <a:pPr marL="0" indent="0">
              <a:buNone/>
            </a:pPr>
            <a:r>
              <a:rPr lang="en-US" sz="3000" dirty="0"/>
              <a:t>			{% for </a:t>
            </a:r>
            <a:r>
              <a:rPr lang="en-US" sz="3000" dirty="0" err="1"/>
              <a:t>i</a:t>
            </a:r>
            <a:r>
              <a:rPr lang="en-US" sz="3000" dirty="0"/>
              <a:t> in books %}</a:t>
            </a:r>
          </a:p>
          <a:p>
            <a:pPr marL="0" indent="0">
              <a:buNone/>
            </a:pPr>
            <a:r>
              <a:rPr lang="en-US" sz="3000" dirty="0"/>
              <a:t>				&lt;div&gt; </a:t>
            </a:r>
          </a:p>
          <a:p>
            <a:pPr marL="0" indent="0">
              <a:buNone/>
            </a:pPr>
            <a:r>
              <a:rPr lang="en-US" sz="3000" dirty="0"/>
              <a:t>					{{</a:t>
            </a:r>
            <a:r>
              <a:rPr lang="en-US" sz="3000" dirty="0" err="1"/>
              <a:t>i.title</a:t>
            </a:r>
            <a:r>
              <a:rPr lang="en-US" sz="3000" dirty="0"/>
              <a:t>}}</a:t>
            </a:r>
          </a:p>
          <a:p>
            <a:pPr marL="0" indent="0">
              <a:buNone/>
            </a:pPr>
            <a:r>
              <a:rPr lang="en-US" sz="3000" dirty="0"/>
              <a:t>					&lt;</a:t>
            </a:r>
            <a:r>
              <a:rPr lang="en-US" sz="3000" dirty="0" err="1"/>
              <a:t>br</a:t>
            </a:r>
            <a:r>
              <a:rPr lang="en-US" sz="3000" dirty="0"/>
              <a:t>/&gt; &lt;</a:t>
            </a:r>
            <a:r>
              <a:rPr lang="en-US" sz="3000" dirty="0" err="1"/>
              <a:t>br</a:t>
            </a:r>
            <a:r>
              <a:rPr lang="en-US" sz="3000" dirty="0"/>
              <a:t>/&gt;</a:t>
            </a:r>
          </a:p>
          <a:p>
            <a:pPr marL="0" indent="0">
              <a:buNone/>
            </a:pPr>
            <a:r>
              <a:rPr lang="en-US" sz="3000" dirty="0"/>
              <a:t>				&lt;/div&gt;</a:t>
            </a:r>
          </a:p>
          <a:p>
            <a:pPr marL="0" indent="0">
              <a:buNone/>
            </a:pPr>
            <a:r>
              <a:rPr lang="en-US" sz="3000" dirty="0"/>
              <a:t>			{% </a:t>
            </a:r>
            <a:r>
              <a:rPr lang="en-US" sz="3000" dirty="0" err="1"/>
              <a:t>endfor</a:t>
            </a:r>
            <a:r>
              <a:rPr lang="en-US" sz="3000" dirty="0"/>
              <a:t> %}</a:t>
            </a:r>
          </a:p>
          <a:p>
            <a:pPr marL="0" indent="0">
              <a:buNone/>
            </a:pPr>
            <a:r>
              <a:rPr lang="en-US" sz="3000" dirty="0"/>
              <a:t>		{% </a:t>
            </a:r>
            <a:r>
              <a:rPr lang="en-US" sz="3000" dirty="0" err="1"/>
              <a:t>endif</a:t>
            </a:r>
            <a:r>
              <a:rPr lang="en-US" sz="3000" dirty="0"/>
              <a:t> %}</a:t>
            </a:r>
          </a:p>
          <a:p>
            <a:pPr marL="0" indent="0">
              <a:buNone/>
            </a:pPr>
            <a:r>
              <a:rPr lang="en-US" sz="3000" dirty="0"/>
              <a:t>	&lt;/body&gt;</a:t>
            </a:r>
          </a:p>
          <a:p>
            <a:pPr marL="0" indent="0">
              <a:buNone/>
            </a:pPr>
            <a:r>
              <a:rPr lang="en-US" sz="3000" dirty="0"/>
              <a:t>&lt;/html&gt;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556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Books.json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"Books": [</a:t>
            </a:r>
          </a:p>
          <a:p>
            <a:pPr marL="0" indent="0">
              <a:buNone/>
            </a:pPr>
            <a:r>
              <a:rPr lang="en-US" dirty="0"/>
              <a:t>        {</a:t>
            </a:r>
          </a:p>
          <a:p>
            <a:pPr marL="0" indent="0">
              <a:buNone/>
            </a:pPr>
            <a:r>
              <a:rPr lang="en-US" dirty="0"/>
              <a:t>            "title": "Software Engineering",</a:t>
            </a:r>
          </a:p>
          <a:p>
            <a:pPr marL="0" indent="0">
              <a:buNone/>
            </a:pPr>
            <a:r>
              <a:rPr lang="en-US" dirty="0"/>
              <a:t>            "id": "1"</a:t>
            </a:r>
          </a:p>
          <a:p>
            <a:pPr marL="0" indent="0">
              <a:buNone/>
            </a:pPr>
            <a:r>
              <a:rPr lang="en-US" dirty="0"/>
              <a:t>        },</a:t>
            </a:r>
          </a:p>
          <a:p>
            <a:pPr marL="0" indent="0">
              <a:buNone/>
            </a:pPr>
            <a:r>
              <a:rPr lang="en-US" dirty="0"/>
              <a:t>        {</a:t>
            </a:r>
          </a:p>
          <a:p>
            <a:pPr marL="0" indent="0">
              <a:buNone/>
            </a:pPr>
            <a:r>
              <a:rPr lang="en-US" dirty="0"/>
              <a:t>            "title": "Algorithm Design",</a:t>
            </a:r>
          </a:p>
          <a:p>
            <a:pPr marL="0" indent="0">
              <a:buNone/>
            </a:pPr>
            <a:r>
              <a:rPr lang="en-US" dirty="0"/>
              <a:t>            "id": "2"</a:t>
            </a:r>
          </a:p>
          <a:p>
            <a:pPr marL="0" indent="0">
              <a:buNone/>
            </a:pPr>
            <a:r>
              <a:rPr lang="en-US" dirty="0"/>
              <a:t>        },</a:t>
            </a:r>
          </a:p>
          <a:p>
            <a:pPr marL="0" indent="0">
              <a:buNone/>
            </a:pPr>
            <a:r>
              <a:rPr lang="en-US" dirty="0"/>
              <a:t>        {</a:t>
            </a:r>
          </a:p>
          <a:p>
            <a:pPr marL="0" indent="0">
              <a:buNone/>
            </a:pPr>
            <a:r>
              <a:rPr lang="en-US" dirty="0"/>
              <a:t>            "title": "Python",</a:t>
            </a:r>
          </a:p>
          <a:p>
            <a:pPr marL="0" indent="0">
              <a:buNone/>
            </a:pPr>
            <a:r>
              <a:rPr lang="en-US" dirty="0"/>
              <a:t>            "id": "3"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]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194962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2352</TotalTime>
  <Words>1554</Words>
  <Application>Microsoft Office PowerPoint</Application>
  <PresentationFormat>Widescreen</PresentationFormat>
  <Paragraphs>195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Courier New</vt:lpstr>
      <vt:lpstr>Trebuchet MS</vt:lpstr>
      <vt:lpstr>Wingdings</vt:lpstr>
      <vt:lpstr>Wingdings 3</vt:lpstr>
      <vt:lpstr>Facet</vt:lpstr>
      <vt:lpstr>Flask SQLAlchemy Setup</vt:lpstr>
      <vt:lpstr>Requirements</vt:lpstr>
      <vt:lpstr>Outline</vt:lpstr>
      <vt:lpstr>SQLAlchmey - Motivation</vt:lpstr>
      <vt:lpstr>SQLAlchmey - Motivation</vt:lpstr>
      <vt:lpstr>Flask-SQLAlchmey</vt:lpstr>
      <vt:lpstr>Creating a database with SQLAlchmey</vt:lpstr>
      <vt:lpstr>Creating a database with SQLAlchmey – models.py</vt:lpstr>
      <vt:lpstr>Creating a database with SQLAlchmey – models.py</vt:lpstr>
      <vt:lpstr>Creating a database with SQLAlchmey – models.py</vt:lpstr>
      <vt:lpstr>Creating a database with SQLAlchmey – models.py</vt:lpstr>
      <vt:lpstr>Populating the DB - Create_db.py</vt:lpstr>
      <vt:lpstr>Flask app - Main.py</vt:lpstr>
      <vt:lpstr>Hello.html</vt:lpstr>
      <vt:lpstr>Books.html</vt:lpstr>
      <vt:lpstr>Books.json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SQLAlchemy</dc:title>
  <dc:creator>Fares Fraij</dc:creator>
  <cp:lastModifiedBy>Fares Fraij</cp:lastModifiedBy>
  <cp:revision>72</cp:revision>
  <dcterms:created xsi:type="dcterms:W3CDTF">2019-11-03T02:32:15Z</dcterms:created>
  <dcterms:modified xsi:type="dcterms:W3CDTF">2024-02-28T14:53:07Z</dcterms:modified>
</cp:coreProperties>
</file>